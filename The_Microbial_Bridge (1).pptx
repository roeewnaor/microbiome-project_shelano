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56" r:id="rId14"/>
    <p:sldId id="268" r:id="rId15"/>
    <p:sldId id="269" r:id="rId16"/>
    <p:sldId id="270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0C2656-5974-4528-B52F-076A903007EB}" v="4" dt="2026-06-11T08:10:56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l Ariel" userId="35641a90-1dd1-4390-b76a-d06cb91d58ad" providerId="ADAL" clId="{B9EFFD00-2709-4EF9-B465-3EE9A9466D21}"/>
    <pc:docChg chg="custSel addSld delSld modSld">
      <pc:chgData name="Gal Ariel" userId="35641a90-1dd1-4390-b76a-d06cb91d58ad" providerId="ADAL" clId="{B9EFFD00-2709-4EF9-B465-3EE9A9466D21}" dt="2026-06-11T12:35:51.443" v="66" actId="732"/>
      <pc:docMkLst>
        <pc:docMk/>
      </pc:docMkLst>
      <pc:sldChg chg="add">
        <pc:chgData name="Gal Ariel" userId="35641a90-1dd1-4390-b76a-d06cb91d58ad" providerId="ADAL" clId="{B9EFFD00-2709-4EF9-B465-3EE9A9466D21}" dt="2026-06-11T07:37:10.112" v="1"/>
        <pc:sldMkLst>
          <pc:docMk/>
          <pc:sldMk cId="0" sldId="256"/>
        </pc:sldMkLst>
      </pc:sldChg>
      <pc:sldChg chg="addSp modSp mod">
        <pc:chgData name="Gal Ariel" userId="35641a90-1dd1-4390-b76a-d06cb91d58ad" providerId="ADAL" clId="{B9EFFD00-2709-4EF9-B465-3EE9A9466D21}" dt="2026-06-11T08:07:51.073" v="23" actId="1076"/>
        <pc:sldMkLst>
          <pc:docMk/>
          <pc:sldMk cId="0" sldId="266"/>
        </pc:sldMkLst>
        <pc:spChg chg="add mod">
          <ac:chgData name="Gal Ariel" userId="35641a90-1dd1-4390-b76a-d06cb91d58ad" providerId="ADAL" clId="{B9EFFD00-2709-4EF9-B465-3EE9A9466D21}" dt="2026-06-11T08:07:51.073" v="23" actId="1076"/>
          <ac:spMkLst>
            <pc:docMk/>
            <pc:sldMk cId="0" sldId="266"/>
            <ac:spMk id="3" creationId="{51AFAC88-FEEA-F71F-4BCE-59C26E6FBDB7}"/>
          </ac:spMkLst>
        </pc:spChg>
      </pc:sldChg>
      <pc:sldChg chg="delSp del mod">
        <pc:chgData name="Gal Ariel" userId="35641a90-1dd1-4390-b76a-d06cb91d58ad" providerId="ADAL" clId="{B9EFFD00-2709-4EF9-B465-3EE9A9466D21}" dt="2026-06-11T07:37:12.858" v="2" actId="47"/>
        <pc:sldMkLst>
          <pc:docMk/>
          <pc:sldMk cId="0" sldId="267"/>
        </pc:sldMkLst>
        <pc:picChg chg="del">
          <ac:chgData name="Gal Ariel" userId="35641a90-1dd1-4390-b76a-d06cb91d58ad" providerId="ADAL" clId="{B9EFFD00-2709-4EF9-B465-3EE9A9466D21}" dt="2026-06-11T07:28:06.604" v="0" actId="478"/>
          <ac:picMkLst>
            <pc:docMk/>
            <pc:sldMk cId="0" sldId="267"/>
            <ac:picMk id="2" creationId="{00000000-0000-0000-0000-000000000000}"/>
          </ac:picMkLst>
        </pc:picChg>
      </pc:sldChg>
      <pc:sldChg chg="modSp mod">
        <pc:chgData name="Gal Ariel" userId="35641a90-1dd1-4390-b76a-d06cb91d58ad" providerId="ADAL" clId="{B9EFFD00-2709-4EF9-B465-3EE9A9466D21}" dt="2026-06-11T12:35:51.443" v="66" actId="732"/>
        <pc:sldMkLst>
          <pc:docMk/>
          <pc:sldMk cId="0" sldId="270"/>
        </pc:sldMkLst>
        <pc:picChg chg="mod modCrop">
          <ac:chgData name="Gal Ariel" userId="35641a90-1dd1-4390-b76a-d06cb91d58ad" providerId="ADAL" clId="{B9EFFD00-2709-4EF9-B465-3EE9A9466D21}" dt="2026-06-11T12:35:51.443" v="66" actId="732"/>
          <ac:picMkLst>
            <pc:docMk/>
            <pc:sldMk cId="0" sldId="270"/>
            <ac:picMk id="2" creationId="{00000000-0000-0000-0000-000000000000}"/>
          </ac:picMkLst>
        </pc:picChg>
      </pc:sldChg>
      <pc:sldChg chg="addSp delSp modSp add mod">
        <pc:chgData name="Gal Ariel" userId="35641a90-1dd1-4390-b76a-d06cb91d58ad" providerId="ADAL" clId="{B9EFFD00-2709-4EF9-B465-3EE9A9466D21}" dt="2026-06-11T08:11:29.745" v="65" actId="1076"/>
        <pc:sldMkLst>
          <pc:docMk/>
          <pc:sldMk cId="0" sldId="272"/>
        </pc:sldMkLst>
        <pc:spChg chg="add del mod">
          <ac:chgData name="Gal Ariel" userId="35641a90-1dd1-4390-b76a-d06cb91d58ad" providerId="ADAL" clId="{B9EFFD00-2709-4EF9-B465-3EE9A9466D21}" dt="2026-06-11T08:10:50.484" v="53" actId="478"/>
          <ac:spMkLst>
            <pc:docMk/>
            <pc:sldMk cId="0" sldId="272"/>
            <ac:spMk id="3" creationId="{329AF8DC-039C-4545-0EBF-58386EFA9F13}"/>
          </ac:spMkLst>
        </pc:spChg>
        <pc:spChg chg="add mod">
          <ac:chgData name="Gal Ariel" userId="35641a90-1dd1-4390-b76a-d06cb91d58ad" providerId="ADAL" clId="{B9EFFD00-2709-4EF9-B465-3EE9A9466D21}" dt="2026-06-11T08:11:29.745" v="65" actId="1076"/>
          <ac:spMkLst>
            <pc:docMk/>
            <pc:sldMk cId="0" sldId="272"/>
            <ac:spMk id="4" creationId="{94939F72-86B8-D7A0-2E86-FABF39D03610}"/>
          </ac:spMkLst>
        </pc:spChg>
        <pc:spChg chg="add mod">
          <ac:chgData name="Gal Ariel" userId="35641a90-1dd1-4390-b76a-d06cb91d58ad" providerId="ADAL" clId="{B9EFFD00-2709-4EF9-B465-3EE9A9466D21}" dt="2026-06-11T08:11:16.262" v="63" actId="1076"/>
          <ac:spMkLst>
            <pc:docMk/>
            <pc:sldMk cId="0" sldId="272"/>
            <ac:spMk id="5" creationId="{B3490AA1-2ABC-F845-A001-0F3EF2659B6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1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אליפסה 3">
            <a:extLst>
              <a:ext uri="{FF2B5EF4-FFF2-40B4-BE49-F238E27FC236}">
                <a16:creationId xmlns:a16="http://schemas.microsoft.com/office/drawing/2014/main" id="{94939F72-86B8-D7A0-2E86-FABF39D03610}"/>
              </a:ext>
            </a:extLst>
          </p:cNvPr>
          <p:cNvSpPr/>
          <p:nvPr/>
        </p:nvSpPr>
        <p:spPr>
          <a:xfrm>
            <a:off x="13944600" y="3287486"/>
            <a:ext cx="2057400" cy="457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Family Level</a:t>
            </a:r>
            <a:endParaRPr lang="he-IL" b="1" dirty="0"/>
          </a:p>
        </p:txBody>
      </p:sp>
      <p:sp>
        <p:nvSpPr>
          <p:cNvPr id="5" name="אליפסה 4">
            <a:extLst>
              <a:ext uri="{FF2B5EF4-FFF2-40B4-BE49-F238E27FC236}">
                <a16:creationId xmlns:a16="http://schemas.microsoft.com/office/drawing/2014/main" id="{B3490AA1-2ABC-F845-A001-0F3EF2659B6F}"/>
              </a:ext>
            </a:extLst>
          </p:cNvPr>
          <p:cNvSpPr/>
          <p:nvPr/>
        </p:nvSpPr>
        <p:spPr>
          <a:xfrm>
            <a:off x="11633200" y="3287486"/>
            <a:ext cx="2057400" cy="457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Species Level</a:t>
            </a:r>
            <a:endParaRPr lang="he-IL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אליפסה 2">
            <a:extLst>
              <a:ext uri="{FF2B5EF4-FFF2-40B4-BE49-F238E27FC236}">
                <a16:creationId xmlns:a16="http://schemas.microsoft.com/office/drawing/2014/main" id="{51AFAC88-FEEA-F71F-4BCE-59C26E6FBDB7}"/>
              </a:ext>
            </a:extLst>
          </p:cNvPr>
          <p:cNvSpPr/>
          <p:nvPr/>
        </p:nvSpPr>
        <p:spPr>
          <a:xfrm>
            <a:off x="11785600" y="685800"/>
            <a:ext cx="2209800" cy="762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Genus Level</a:t>
            </a:r>
            <a:endParaRPr lang="he-IL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8824"/>
          <a:stretch>
            <a:fillRect/>
          </a:stretch>
        </p:blipFill>
        <p:spPr>
          <a:xfrm>
            <a:off x="0" y="38100"/>
            <a:ext cx="16256000" cy="8267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</Words>
  <Application>Microsoft Office PowerPoint</Application>
  <PresentationFormat>מותאם אישית</PresentationFormat>
  <Paragraphs>3</Paragraphs>
  <Slides>16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Gal Ariel</cp:lastModifiedBy>
  <cp:revision>2</cp:revision>
  <dcterms:created xsi:type="dcterms:W3CDTF">2006-08-16T00:00:00Z</dcterms:created>
  <dcterms:modified xsi:type="dcterms:W3CDTF">2026-06-11T12:35:53Z</dcterms:modified>
</cp:coreProperties>
</file>