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8" r:id="rId15"/>
    <p:sldId id="269" r:id="rId16"/>
    <p:sldId id="270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6BED661B-3031-6453-5C1B-FA4B4D2F1247}"/>
              </a:ext>
            </a:extLst>
          </p:cNvPr>
          <p:cNvSpPr txBox="1"/>
          <p:nvPr/>
        </p:nvSpPr>
        <p:spPr>
          <a:xfrm>
            <a:off x="660400" y="1219200"/>
            <a:ext cx="15163800" cy="4447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4800" b="1" i="0" dirty="0">
                <a:solidFill>
                  <a:schemeClr val="tx2"/>
                </a:solidFill>
                <a:effectLst/>
                <a:latin typeface="Google Sans"/>
              </a:rPr>
              <a:t>RESEARCH QUESTION:</a:t>
            </a:r>
            <a:br>
              <a:rPr lang="en-US" b="0" i="0" dirty="0">
                <a:solidFill>
                  <a:srgbClr val="222222"/>
                </a:solidFill>
                <a:effectLst/>
                <a:latin typeface="Google Sans"/>
              </a:rPr>
            </a:br>
            <a:endParaRPr lang="en-US" b="0" i="0" dirty="0">
              <a:solidFill>
                <a:srgbClr val="222222"/>
              </a:solidFill>
              <a:effectLst/>
              <a:latin typeface="Google Sans"/>
            </a:endParaRPr>
          </a:p>
          <a:p>
            <a:pPr algn="l" rtl="1">
              <a:spcBef>
                <a:spcPts val="600"/>
              </a:spcBef>
              <a:buNone/>
            </a:pPr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Quantify how exposure to “food microbiomes” affects</a:t>
            </a:r>
            <a:b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key features of the human gut ecosystem, including</a:t>
            </a:r>
            <a:b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stability, diversity, and overall community structure, to</a:t>
            </a:r>
            <a:b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uncover mechanistic links between diet and gut health.</a:t>
            </a:r>
          </a:p>
          <a:p>
            <a:pPr>
              <a:buNone/>
            </a:pPr>
            <a:br>
              <a:rPr lang="en-US" dirty="0"/>
            </a:br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B347268F-C65B-4EFD-E6C0-9B0EFDAF4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3237" y="4531043"/>
            <a:ext cx="45719" cy="45719"/>
          </a:xfrm>
          <a:prstGeom prst="rect">
            <a:avLst/>
          </a:prstGeom>
        </p:spPr>
      </p:pic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8633E7A5-1E7D-F917-ED84-56F3F2112EA7}"/>
              </a:ext>
            </a:extLst>
          </p:cNvPr>
          <p:cNvSpPr txBox="1"/>
          <p:nvPr/>
        </p:nvSpPr>
        <p:spPr>
          <a:xfrm>
            <a:off x="706119" y="5334000"/>
            <a:ext cx="13746481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000" dirty="0"/>
              <a:t>Do we have better way to create a recommendation for efficient treatment when a micro-organism is needed?</a:t>
            </a:r>
            <a:endParaRPr lang="he-IL" sz="4000" dirty="0"/>
          </a:p>
        </p:txBody>
      </p:sp>
    </p:spTree>
    <p:extLst>
      <p:ext uri="{BB962C8B-B14F-4D97-AF65-F5344CB8AC3E}">
        <p14:creationId xmlns:p14="http://schemas.microsoft.com/office/powerpoint/2010/main" val="3314587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57705AF5-7C55-1070-C597-71D68A794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37" y="1219200"/>
            <a:ext cx="15097125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699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63</Words>
  <Application>Microsoft Office PowerPoint</Application>
  <PresentationFormat>מותאם אישית</PresentationFormat>
  <Paragraphs>4</Paragraphs>
  <Slides>16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16</vt:i4>
      </vt:variant>
    </vt:vector>
  </HeadingPairs>
  <TitlesOfParts>
    <vt:vector size="20" baseType="lpstr">
      <vt:lpstr>Arial</vt:lpstr>
      <vt:lpstr>Calibri</vt:lpstr>
      <vt:lpstr>Google Sans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orel</dc:creator>
  <cp:lastModifiedBy>Orel Atia</cp:lastModifiedBy>
  <cp:revision>4</cp:revision>
  <dcterms:created xsi:type="dcterms:W3CDTF">2006-08-16T00:00:00Z</dcterms:created>
  <dcterms:modified xsi:type="dcterms:W3CDTF">2026-06-23T16:20:11Z</dcterms:modified>
</cp:coreProperties>
</file>